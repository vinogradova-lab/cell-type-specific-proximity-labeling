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3" r:id="rId1"/>
  </p:sldMasterIdLst>
  <p:notesMasterIdLst>
    <p:notesMasterId r:id="rId18"/>
  </p:notesMasterIdLst>
  <p:sldIdLst>
    <p:sldId id="256" r:id="rId2"/>
    <p:sldId id="289" r:id="rId3"/>
    <p:sldId id="291" r:id="rId4"/>
    <p:sldId id="290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DE7E79"/>
    <a:srgbClr val="447228"/>
    <a:srgbClr val="4472C4"/>
    <a:srgbClr val="E60000"/>
    <a:srgbClr val="00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2"/>
    <p:restoredTop sz="95084"/>
  </p:normalViewPr>
  <p:slideViewPr>
    <p:cSldViewPr snapToGrid="0" snapToObjects="1">
      <p:cViewPr>
        <p:scale>
          <a:sx n="96" d="100"/>
          <a:sy n="96" d="100"/>
        </p:scale>
        <p:origin x="174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5/11/23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06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38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6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7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3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3E81-946A-FD4B-A5BF-D1C95339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C2F99-C96C-3148-91B8-6F227588E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C0D0F-6448-3840-B99D-4B049583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D62B-C5BC-9A48-B649-B612C2626DF0}" type="datetime2">
              <a:rPr lang="en-US" smtClean="0"/>
              <a:t>Thursday, May 11,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0A073-062E-6143-B8BE-B399CDDD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97A0C-DCB2-9E4E-AEB9-8985AC2D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7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A0A7-988E-1743-A790-2F7BCCC2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1A43-E42E-F44A-9436-732A804F2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1C855-63B7-8848-B673-9245C722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0DC3-F6B5-014A-A9AD-0D47C6506BAB}" type="datetime2">
              <a:rPr lang="en-US" smtClean="0"/>
              <a:t>Thursday, May 11,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D553-48F6-194C-8F63-C146AB5F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F2AF8-DCE3-AE43-AEE3-850EAA97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9324-A21F-C84F-A997-47F65D32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8959F-90AE-0144-AD34-239A0D80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496D3-3431-ED4F-8BA4-B0881581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C287-8CF4-DC48-88B8-6E35669697EC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2982-1A21-984F-B648-2EDB9B0B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C832D-C319-9649-B35D-C53E093A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149B-808C-D24D-8877-ACEFC6AF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33443-8A86-4F48-94FD-81ED2B79E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BC4DF-4650-FB4D-9F23-19B313FC4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9A489-7672-734C-AED1-C6E7B04D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5C39-7764-3744-BF89-1BA0C95D9B94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7EDA8-FD42-9E43-B585-2FB1C094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FAE4C-9A20-384E-96D9-46182C13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8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9424-B204-DA4D-A261-8A6AB82D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6BE27-9B08-2D44-A5DD-3646B660C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7AC73-C28D-C346-AD33-6FBBAB4E8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274C1-CA02-1A4E-9EF4-D090FD68E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CBDD9-76E2-4943-84C7-23993ECA7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4F0E1-6766-654F-91A1-508B72B7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7099-C23E-1745-AF03-0B0C40F6AA6C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1B3F6-5933-924A-A8D2-5BA0605A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D5FA3-5E54-6842-AC1E-3506920F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5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808D-BC2A-824C-942C-0AE064A2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CCE5E-003E-A04B-B8AC-5DE83AA3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83A0-F701-0F49-9D67-42F97F0F4C65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6BA5-5761-6643-9DC4-C554A41E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BB2A-6168-3049-9F8F-5C07F8A7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1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FFC16-5F9F-F74E-97C6-550DD4CE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3127-F9F8-8B4E-9CEB-95BF7FFEA85F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E3E46-25A1-FF43-8A04-5D2C3D13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48B15-E91E-FF45-8ED6-BB994B92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9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4047-C554-EA40-AF86-540307B5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612B-509E-1B48-A295-95E828397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250C-C477-5143-9F6B-A84088F79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5F3DA-1D58-A74A-8601-E31A9124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EB34-53E9-8F42-9ED2-04274EE70207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4976C-4A75-F147-A79B-188097E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12616-E3F7-0543-8C96-DAF2A499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2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F241-8910-0644-B508-4D24CBCD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19914-324C-FD42-A13F-C61BE61EF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C8B3C-F295-A44E-8C5B-CC80D0C90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9F1E-AA2C-C546-8413-5345D7B4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4A2C-3282-224A-8A3B-B1B48911DC1D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8F1AB-3458-B949-8001-EBD51E7A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00183-9D62-B64B-B4D4-33723702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CD67-4320-0642-B4F9-0821819C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53E38-BAB1-8944-B64D-5CA2F587C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DBA4-0063-9641-A1F7-D0B2F62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BF22D-4351-7443-9203-BE328953BFC7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C3C5-A448-AD46-89E6-3A2D0BE7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9B59-82DA-6749-AF8A-6731D7BB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0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C92B2-9197-4C49-A687-69FE7951C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8F183-93B3-EF4C-88FF-54EA471D0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4A67-F14A-634E-8BAB-8A297E4B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6349-9520-004C-B410-2193F9372E49}" type="datetime2">
              <a:rPr lang="en-US" smtClean="0"/>
              <a:t>Thursday, May 11,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C769-B9F8-2D49-BEC2-6D909EFB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BDEA-F8C8-B74F-93C7-5FAEA38A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9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DC372-EC59-7E4B-BEF6-72AFC433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87D66-EDB8-8D4A-9D2C-A4AB78C3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56E8-6FCF-9641-9118-E22CAEAF3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8F71-50EE-C442-9A03-D3A19758747B}" type="datetime2">
              <a:rPr lang="en-US" smtClean="0"/>
              <a:t>Thursday, May 11,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5A4E-349B-E545-8163-934653362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FEE1F-9E90-B441-96E6-378CD9669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09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A636-7CA9-8B4E-B3B8-BABF6E6CA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830" y="1928356"/>
            <a:ext cx="9704340" cy="207501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27015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ED9E480B-E630-4746-9685-4BAAFF853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52096"/>
            <a:ext cx="7884838" cy="45968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852D7C-538D-5C49-83FF-73241AEA6939}"/>
              </a:ext>
            </a:extLst>
          </p:cNvPr>
          <p:cNvSpPr txBox="1"/>
          <p:nvPr/>
        </p:nvSpPr>
        <p:spPr>
          <a:xfrm>
            <a:off x="3539320" y="916543"/>
            <a:ext cx="405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 of medians, 2+ peptides, TP only </a:t>
            </a:r>
          </a:p>
        </p:txBody>
      </p: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EF4EF116-59FA-6944-B1D4-B1E8071C8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998" y="962754"/>
            <a:ext cx="3119167" cy="518614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0CFC0A1-F3CD-CB42-99C4-32668700BA71}"/>
              </a:ext>
            </a:extLst>
          </p:cNvPr>
          <p:cNvSpPr/>
          <p:nvPr/>
        </p:nvSpPr>
        <p:spPr>
          <a:xfrm>
            <a:off x="150125" y="150125"/>
            <a:ext cx="11804040" cy="469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549E68-86B1-8241-885F-78194BC6A7F6}"/>
              </a:ext>
            </a:extLst>
          </p:cNvPr>
          <p:cNvSpPr/>
          <p:nvPr/>
        </p:nvSpPr>
        <p:spPr>
          <a:xfrm>
            <a:off x="9376012" y="4585649"/>
            <a:ext cx="354842" cy="365125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2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F0147C89-45FC-2748-8A63-E42D196C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383" y="2253391"/>
            <a:ext cx="5788449" cy="3270190"/>
          </a:xfrm>
          <a:prstGeom prst="rect">
            <a:avLst/>
          </a:prstGeom>
        </p:spPr>
      </p:pic>
      <p:pic>
        <p:nvPicPr>
          <p:cNvPr id="14" name="Picture 13" descr="Chart, bar chart&#10;&#10;Description automatically generated">
            <a:extLst>
              <a:ext uri="{FF2B5EF4-FFF2-40B4-BE49-F238E27FC236}">
                <a16:creationId xmlns:a16="http://schemas.microsoft.com/office/drawing/2014/main" id="{2FCC5CA4-23D8-DF49-AC73-4713B388E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313" y="2443449"/>
            <a:ext cx="4371108" cy="28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4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E3D6-8E83-F14A-AB70-CDC6967D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Chart&#10;&#10;Description automatically generated">
            <a:extLst>
              <a:ext uri="{FF2B5EF4-FFF2-40B4-BE49-F238E27FC236}">
                <a16:creationId xmlns:a16="http://schemas.microsoft.com/office/drawing/2014/main" id="{56E98EDF-8C6C-114E-A614-8BCC4BFB3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8038827" cy="46450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B308A-51DA-2140-A0FC-20CB59BF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16DBCDC1-C57A-2D45-BD81-D6916D72E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047" y="1847849"/>
            <a:ext cx="2809296" cy="46450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A8DEED-826E-1E42-8E5A-73832A1A1E13}"/>
              </a:ext>
            </a:extLst>
          </p:cNvPr>
          <p:cNvSpPr/>
          <p:nvPr/>
        </p:nvSpPr>
        <p:spPr>
          <a:xfrm>
            <a:off x="150125" y="150125"/>
            <a:ext cx="11804040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Only </a:t>
            </a:r>
            <a:r>
              <a:rPr lang="en-US" b="1" dirty="0" err="1">
                <a:solidFill>
                  <a:schemeClr val="tx1"/>
                </a:solidFill>
              </a:rPr>
              <a:t>cre</a:t>
            </a:r>
            <a:r>
              <a:rPr lang="en-US" b="1" dirty="0">
                <a:solidFill>
                  <a:schemeClr val="tx1"/>
                </a:solidFill>
              </a:rPr>
              <a:t>+_channels median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6AC89B-7648-7F42-985F-1E83CB34601A}"/>
              </a:ext>
            </a:extLst>
          </p:cNvPr>
          <p:cNvSpPr/>
          <p:nvPr/>
        </p:nvSpPr>
        <p:spPr>
          <a:xfrm>
            <a:off x="9553433" y="5568287"/>
            <a:ext cx="354842" cy="365125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8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B35921B0-A585-FE43-804B-5E68B4BE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14" y="2267282"/>
            <a:ext cx="5954972" cy="3364267"/>
          </a:xfrm>
          <a:prstGeom prst="rect">
            <a:avLst/>
          </a:prstGeom>
        </p:spPr>
      </p:pic>
      <p:pic>
        <p:nvPicPr>
          <p:cNvPr id="16" name="Picture 15" descr="Chart, waterfall chart&#10;&#10;Description automatically generated">
            <a:extLst>
              <a:ext uri="{FF2B5EF4-FFF2-40B4-BE49-F238E27FC236}">
                <a16:creationId xmlns:a16="http://schemas.microsoft.com/office/drawing/2014/main" id="{4781BC11-0123-B146-B280-EB98CC1513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03"/>
          <a:stretch/>
        </p:blipFill>
        <p:spPr>
          <a:xfrm>
            <a:off x="1131722" y="2658091"/>
            <a:ext cx="4014654" cy="258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79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&#10;&#10;Description automatically generated">
            <a:extLst>
              <a:ext uri="{FF2B5EF4-FFF2-40B4-BE49-F238E27FC236}">
                <a16:creationId xmlns:a16="http://schemas.microsoft.com/office/drawing/2014/main" id="{7A3C264F-EBE6-8F44-9CA1-EAFE85B34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748762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10A4D-08B5-D149-87D2-055B2CBD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6CF34E06-C2D9-5E4A-A41A-0A2AAF847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708" y="1609547"/>
            <a:ext cx="3034121" cy="482794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83F584B-AA6A-7548-BBB5-DF99A272918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8EFD4E-1A85-1945-A31C-56B99555D1D1}"/>
              </a:ext>
            </a:extLst>
          </p:cNvPr>
          <p:cNvSpPr/>
          <p:nvPr/>
        </p:nvSpPr>
        <p:spPr>
          <a:xfrm>
            <a:off x="150125" y="150125"/>
            <a:ext cx="11804040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Median all channels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7661E-D0F2-CA41-B80F-B8E5A8861625}"/>
              </a:ext>
            </a:extLst>
          </p:cNvPr>
          <p:cNvSpPr/>
          <p:nvPr/>
        </p:nvSpPr>
        <p:spPr>
          <a:xfrm>
            <a:off x="9225886" y="5568287"/>
            <a:ext cx="846161" cy="464391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9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686313A1-EE0B-194A-B7F1-45296BA6F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170" y="1835744"/>
            <a:ext cx="5924859" cy="3769718"/>
          </a:xfrm>
          <a:prstGeom prst="rect">
            <a:avLst/>
          </a:prstGeom>
        </p:spPr>
      </p:pic>
      <p:pic>
        <p:nvPicPr>
          <p:cNvPr id="10" name="Picture 9" descr="Chart, bar chart, waterfall chart&#10;&#10;Description automatically generated">
            <a:extLst>
              <a:ext uri="{FF2B5EF4-FFF2-40B4-BE49-F238E27FC236}">
                <a16:creationId xmlns:a16="http://schemas.microsoft.com/office/drawing/2014/main" id="{E709B120-4CAB-A54B-893B-B0EF5699B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88" y="2157070"/>
            <a:ext cx="4729548" cy="312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10A4D-08B5-D149-87D2-055B2CBD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83F584B-AA6A-7548-BBB5-DF99A272918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D5BCD-2A95-754B-84CA-26F9AF50685E}"/>
              </a:ext>
            </a:extLst>
          </p:cNvPr>
          <p:cNvSpPr txBox="1"/>
          <p:nvPr/>
        </p:nvSpPr>
        <p:spPr>
          <a:xfrm>
            <a:off x="4271749" y="1009934"/>
            <a:ext cx="405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 of medians, 2+ peptides, TP only 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D776B7D5-15AE-E849-B9D1-00A7B4C51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14" y="1986589"/>
            <a:ext cx="7520741" cy="4252211"/>
          </a:xfrm>
          <a:prstGeom prst="rect">
            <a:avLst/>
          </a:prstGeom>
        </p:spPr>
      </p:pic>
      <p:pic>
        <p:nvPicPr>
          <p:cNvPr id="12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729AF7B3-4DBF-D746-8809-C6482DB44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49" y="1473551"/>
            <a:ext cx="2995842" cy="46951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FC1828-B2D6-3342-91E1-E5F343B8593A}"/>
              </a:ext>
            </a:extLst>
          </p:cNvPr>
          <p:cNvSpPr/>
          <p:nvPr/>
        </p:nvSpPr>
        <p:spPr>
          <a:xfrm>
            <a:off x="150125" y="150125"/>
            <a:ext cx="11804040" cy="469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380563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0A36A57D-D6C6-DF4A-99B3-C6755BE0A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87" y="1921113"/>
            <a:ext cx="5168900" cy="3479800"/>
          </a:xfrm>
          <a:prstGeom prst="rect">
            <a:avLst/>
          </a:prstGeom>
        </p:spPr>
      </p:pic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37973C60-67D5-A44A-9557-B32F7FEFA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986" y="2286237"/>
            <a:ext cx="5161796" cy="299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4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E3D6-8E83-F14A-AB70-CDC6967D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B308A-51DA-2140-A0FC-20CB59BF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9</a:t>
            </a:fld>
            <a:endParaRPr lang="en-US"/>
          </a:p>
        </p:txBody>
      </p:sp>
      <p:pic>
        <p:nvPicPr>
          <p:cNvPr id="18" name="Content Placeholder 17" descr="Chart&#10;&#10;Description automatically generated">
            <a:extLst>
              <a:ext uri="{FF2B5EF4-FFF2-40B4-BE49-F238E27FC236}">
                <a16:creationId xmlns:a16="http://schemas.microsoft.com/office/drawing/2014/main" id="{FBBD396C-1A8B-3A4E-9A35-4621D5A66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233" y="2050837"/>
            <a:ext cx="7515004" cy="4351338"/>
          </a:xfrm>
        </p:spPr>
      </p:pic>
      <p:pic>
        <p:nvPicPr>
          <p:cNvPr id="20" name="Picture 19" descr="Chart, scatter chart&#10;&#10;Description automatically generated">
            <a:extLst>
              <a:ext uri="{FF2B5EF4-FFF2-40B4-BE49-F238E27FC236}">
                <a16:creationId xmlns:a16="http://schemas.microsoft.com/office/drawing/2014/main" id="{47519663-6875-6B4F-9106-DD4F9B415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656" y="1297355"/>
            <a:ext cx="3219846" cy="505899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7D292EC-0DA8-5B47-978D-F96EB28AFEE2}"/>
              </a:ext>
            </a:extLst>
          </p:cNvPr>
          <p:cNvSpPr/>
          <p:nvPr/>
        </p:nvSpPr>
        <p:spPr>
          <a:xfrm>
            <a:off x="150125" y="150125"/>
            <a:ext cx="11804040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Only </a:t>
            </a:r>
            <a:r>
              <a:rPr lang="en-US" b="1" dirty="0" err="1">
                <a:solidFill>
                  <a:schemeClr val="tx1"/>
                </a:solidFill>
              </a:rPr>
              <a:t>cre</a:t>
            </a:r>
            <a:r>
              <a:rPr lang="en-US" b="1" dirty="0">
                <a:solidFill>
                  <a:schemeClr val="tx1"/>
                </a:solidFill>
              </a:rPr>
              <a:t>+_channels median </a:t>
            </a:r>
          </a:p>
        </p:txBody>
      </p:sp>
    </p:spTree>
    <p:extLst>
      <p:ext uri="{BB962C8B-B14F-4D97-AF65-F5344CB8AC3E}">
        <p14:creationId xmlns:p14="http://schemas.microsoft.com/office/powerpoint/2010/main" val="194512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rt, bar chart, waterfall chart&#10;&#10;Description automatically generated">
            <a:extLst>
              <a:ext uri="{FF2B5EF4-FFF2-40B4-BE49-F238E27FC236}">
                <a16:creationId xmlns:a16="http://schemas.microsoft.com/office/drawing/2014/main" id="{A1AB125D-B6A5-3B48-9AB6-7CAC4B921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2138978"/>
            <a:ext cx="4795870" cy="3364267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A1046746-9FEB-574A-87ED-CAA8DBBA5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454" y="2497017"/>
            <a:ext cx="6004607" cy="300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93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10A4D-08B5-D149-87D2-055B2CBD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83F584B-AA6A-7548-BBB5-DF99A2729185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Content Placeholder 15" descr="Chart&#10;&#10;Description automatically generated">
            <a:extLst>
              <a:ext uri="{FF2B5EF4-FFF2-40B4-BE49-F238E27FC236}">
                <a16:creationId xmlns:a16="http://schemas.microsoft.com/office/drawing/2014/main" id="{F6E524CE-A17F-6844-8D70-1A2E0D020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000" y="1676609"/>
            <a:ext cx="7738042" cy="4351338"/>
          </a:xfrm>
        </p:spPr>
      </p:pic>
      <p:pic>
        <p:nvPicPr>
          <p:cNvPr id="18" name="Picture 17" descr="Chart, scatter chart&#10;&#10;Description automatically generated">
            <a:extLst>
              <a:ext uri="{FF2B5EF4-FFF2-40B4-BE49-F238E27FC236}">
                <a16:creationId xmlns:a16="http://schemas.microsoft.com/office/drawing/2014/main" id="{77A1EAC4-C972-164C-8269-4A9662040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38337"/>
            <a:ext cx="3285666" cy="501801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AD3DA3-3E3A-5340-85E8-70B3524FA404}"/>
              </a:ext>
            </a:extLst>
          </p:cNvPr>
          <p:cNvSpPr/>
          <p:nvPr/>
        </p:nvSpPr>
        <p:spPr>
          <a:xfrm>
            <a:off x="150125" y="150125"/>
            <a:ext cx="11804040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Median all channels</a:t>
            </a:r>
          </a:p>
        </p:txBody>
      </p:sp>
    </p:spTree>
    <p:extLst>
      <p:ext uri="{BB962C8B-B14F-4D97-AF65-F5344CB8AC3E}">
        <p14:creationId xmlns:p14="http://schemas.microsoft.com/office/powerpoint/2010/main" val="203518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B2DFB4-E4EC-CC46-BF2B-90B0CB50A619}"/>
              </a:ext>
            </a:extLst>
          </p:cNvPr>
          <p:cNvSpPr txBox="1">
            <a:spLocks/>
          </p:cNvSpPr>
          <p:nvPr/>
        </p:nvSpPr>
        <p:spPr>
          <a:xfrm>
            <a:off x="720000" y="619200"/>
            <a:ext cx="10728322" cy="666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1FE08BB9-3085-0447-893B-D8E6D1F34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27" y="2108712"/>
            <a:ext cx="4781943" cy="3321448"/>
          </a:xfrm>
          <a:prstGeom prst="rect">
            <a:avLst/>
          </a:prstGeom>
        </p:spPr>
      </p:pic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D555137A-0936-CE4F-AEBC-CDADB4F77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487" y="2279176"/>
            <a:ext cx="5975748" cy="315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1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AE50-888F-2344-80BF-D5FD2861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comparison after norm, file 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7E514-0774-1B49-A6A1-FC5AE60B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4A1994A7-D30F-1444-ABDB-0A4BD4F8AF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426"/>
          <a:stretch/>
        </p:blipFill>
        <p:spPr>
          <a:xfrm>
            <a:off x="838200" y="2698225"/>
            <a:ext cx="3423156" cy="2713189"/>
          </a:xfrm>
          <a:prstGeom prst="rect">
            <a:avLst/>
          </a:prstGeom>
        </p:spPr>
      </p:pic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91D182F5-7B38-9249-AB61-4FE519ABFA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201"/>
          <a:stretch/>
        </p:blipFill>
        <p:spPr>
          <a:xfrm>
            <a:off x="4400622" y="2667194"/>
            <a:ext cx="3579121" cy="2744220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365092EC-3403-AB41-965C-6BA4722CEF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802"/>
          <a:stretch/>
        </p:blipFill>
        <p:spPr>
          <a:xfrm>
            <a:off x="7949088" y="2789142"/>
            <a:ext cx="3610986" cy="27131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A3E40D-E7A6-4243-BAB5-96E3AB1F0F2A}"/>
              </a:ext>
            </a:extLst>
          </p:cNvPr>
          <p:cNvSpPr/>
          <p:nvPr/>
        </p:nvSpPr>
        <p:spPr>
          <a:xfrm>
            <a:off x="1118302" y="1944403"/>
            <a:ext cx="2372139" cy="469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5ADD8-1E79-2144-A024-69DAA0D23E06}"/>
              </a:ext>
            </a:extLst>
          </p:cNvPr>
          <p:cNvSpPr/>
          <p:nvPr/>
        </p:nvSpPr>
        <p:spPr>
          <a:xfrm>
            <a:off x="4400623" y="1959238"/>
            <a:ext cx="3114965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Only </a:t>
            </a:r>
            <a:r>
              <a:rPr lang="en-US" b="1" dirty="0" err="1">
                <a:solidFill>
                  <a:schemeClr val="tx1"/>
                </a:solidFill>
              </a:rPr>
              <a:t>cre</a:t>
            </a:r>
            <a:r>
              <a:rPr lang="en-US" b="1" dirty="0">
                <a:solidFill>
                  <a:schemeClr val="tx1"/>
                </a:solidFill>
              </a:rPr>
              <a:t>+_channels median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E7B075-B524-3940-8303-FC26E49C64B5}"/>
              </a:ext>
            </a:extLst>
          </p:cNvPr>
          <p:cNvSpPr/>
          <p:nvPr/>
        </p:nvSpPr>
        <p:spPr>
          <a:xfrm>
            <a:off x="8110350" y="1944403"/>
            <a:ext cx="2584878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Median all channels</a:t>
            </a:r>
          </a:p>
        </p:txBody>
      </p:sp>
    </p:spTree>
    <p:extLst>
      <p:ext uri="{BB962C8B-B14F-4D97-AF65-F5344CB8AC3E}">
        <p14:creationId xmlns:p14="http://schemas.microsoft.com/office/powerpoint/2010/main" val="519694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AE50-888F-2344-80BF-D5FD2861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1278" cy="132556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Volcano plot comparison after norm, file 101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7E514-0774-1B49-A6A1-FC5AE60B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3E40D-E7A6-4243-BAB5-96E3AB1F0F2A}"/>
              </a:ext>
            </a:extLst>
          </p:cNvPr>
          <p:cNvSpPr/>
          <p:nvPr/>
        </p:nvSpPr>
        <p:spPr>
          <a:xfrm>
            <a:off x="1144806" y="2193775"/>
            <a:ext cx="2372139" cy="469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5ADD8-1E79-2144-A024-69DAA0D23E06}"/>
              </a:ext>
            </a:extLst>
          </p:cNvPr>
          <p:cNvSpPr/>
          <p:nvPr/>
        </p:nvSpPr>
        <p:spPr>
          <a:xfrm>
            <a:off x="4538517" y="2221862"/>
            <a:ext cx="3114965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Only </a:t>
            </a:r>
            <a:r>
              <a:rPr lang="en-US" b="1" dirty="0" err="1">
                <a:solidFill>
                  <a:schemeClr val="tx1"/>
                </a:solidFill>
              </a:rPr>
              <a:t>cre</a:t>
            </a:r>
            <a:r>
              <a:rPr lang="en-US" b="1" dirty="0">
                <a:solidFill>
                  <a:schemeClr val="tx1"/>
                </a:solidFill>
              </a:rPr>
              <a:t>+_channels median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E7B075-B524-3940-8303-FC26E49C64B5}"/>
              </a:ext>
            </a:extLst>
          </p:cNvPr>
          <p:cNvSpPr/>
          <p:nvPr/>
        </p:nvSpPr>
        <p:spPr>
          <a:xfrm>
            <a:off x="8675054" y="2193775"/>
            <a:ext cx="2584878" cy="46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Median all channels</a:t>
            </a:r>
          </a:p>
        </p:txBody>
      </p:sp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D8A7DE1E-E05C-5442-8911-A72FBB4845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185"/>
          <a:stretch/>
        </p:blipFill>
        <p:spPr>
          <a:xfrm>
            <a:off x="332483" y="3094418"/>
            <a:ext cx="3667283" cy="2700210"/>
          </a:xfrm>
          <a:prstGeom prst="rect">
            <a:avLst/>
          </a:prstGeom>
        </p:spPr>
      </p:pic>
      <p:pic>
        <p:nvPicPr>
          <p:cNvPr id="12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81FB253E-F2ED-6847-8C81-E3F5794CF8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052"/>
          <a:stretch/>
        </p:blipFill>
        <p:spPr>
          <a:xfrm>
            <a:off x="3985725" y="3293036"/>
            <a:ext cx="3944760" cy="2501592"/>
          </a:xfrm>
          <a:prstGeom prst="rect">
            <a:avLst/>
          </a:prstGeom>
        </p:spPr>
      </p:pic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5314DBC1-BC1E-EF4B-8001-6CE7396270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110"/>
          <a:stretch/>
        </p:blipFill>
        <p:spPr>
          <a:xfrm>
            <a:off x="7793607" y="3176134"/>
            <a:ext cx="3944760" cy="260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4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AE50-888F-2344-80BF-D5FD2861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1278" cy="132556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7E514-0774-1B49-A6A1-FC5AE60B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07B-7DAF-AB4A-A6D6-1BA09B4773D6}"/>
              </a:ext>
            </a:extLst>
          </p:cNvPr>
          <p:cNvSpPr txBox="1"/>
          <p:nvPr/>
        </p:nvSpPr>
        <p:spPr>
          <a:xfrm>
            <a:off x="1245704" y="2027583"/>
            <a:ext cx="9952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Only </a:t>
            </a:r>
            <a:r>
              <a:rPr lang="en-US" b="1" dirty="0" err="1"/>
              <a:t>cre</a:t>
            </a:r>
            <a:r>
              <a:rPr lang="en-US" b="1" dirty="0"/>
              <a:t>+ channels norm </a:t>
            </a:r>
            <a:r>
              <a:rPr lang="en-US" dirty="0"/>
              <a:t>seems to be good for within </a:t>
            </a:r>
            <a:r>
              <a:rPr lang="en-US" dirty="0" err="1"/>
              <a:t>cre</a:t>
            </a:r>
            <a:r>
              <a:rPr lang="en-US" dirty="0"/>
              <a:t>+ channel normalization as well as across the 2 </a:t>
            </a:r>
            <a:r>
              <a:rPr lang="en-US" dirty="0" err="1"/>
              <a:t>cre</a:t>
            </a:r>
            <a:r>
              <a:rPr lang="en-US" dirty="0"/>
              <a:t>+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proteins that pass does not change with the normalizations which indicates that the enrichment values are not affected by the normalizations </a:t>
            </a:r>
          </a:p>
        </p:txBody>
      </p:sp>
    </p:spTree>
    <p:extLst>
      <p:ext uri="{BB962C8B-B14F-4D97-AF65-F5344CB8AC3E}">
        <p14:creationId xmlns:p14="http://schemas.microsoft.com/office/powerpoint/2010/main" val="4009573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3118</TotalTime>
  <Words>154</Words>
  <Application>Microsoft Macintosh PowerPoint</Application>
  <PresentationFormat>Widescreen</PresentationFormat>
  <Paragraphs>52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Normalization comparison</vt:lpstr>
      <vt:lpstr>PowerPoint Presentation</vt:lpstr>
      <vt:lpstr>PowerPoint Presentation</vt:lpstr>
      <vt:lpstr>100A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101</vt:lpstr>
      <vt:lpstr>PowerPoint Presentation</vt:lpstr>
      <vt:lpstr>PowerPoint Presentation</vt:lpstr>
      <vt:lpstr>PowerPoint Presentation</vt:lpstr>
      <vt:lpstr>PCA comparison after norm, file 101</vt:lpstr>
      <vt:lpstr>Volcano plot comparison after norm, file 101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68</cp:revision>
  <dcterms:created xsi:type="dcterms:W3CDTF">2022-10-14T14:34:07Z</dcterms:created>
  <dcterms:modified xsi:type="dcterms:W3CDTF">2023-05-11T20:41:42Z</dcterms:modified>
</cp:coreProperties>
</file>