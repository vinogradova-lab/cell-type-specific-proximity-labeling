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26"/>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50983"/>
  </p:normalViewPr>
  <p:slideViewPr>
    <p:cSldViewPr snapToGrid="0" snapToObjects="1">
      <p:cViewPr varScale="1">
        <p:scale>
          <a:sx n="55" d="100"/>
          <a:sy n="55" d="100"/>
        </p:scale>
        <p:origin x="16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4/18/23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Tuesday, April 18,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Tuesday, April 18,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Tuesday, April 18,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Tuesday, April 18,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Tuesday, April 18,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Tuesday, April 18,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Tuesday, April 18,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Tuesday, April 18,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Tuesday, April 18,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Tuesday, April 18,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secreted from the ER or passing through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3076</TotalTime>
  <Words>2278</Words>
  <Application>Microsoft Macintosh PowerPoint</Application>
  <PresentationFormat>Widescreen</PresentationFormat>
  <Paragraphs>414</Paragraphs>
  <Slides>24</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64</cp:revision>
  <dcterms:created xsi:type="dcterms:W3CDTF">2022-10-14T14:34:07Z</dcterms:created>
  <dcterms:modified xsi:type="dcterms:W3CDTF">2023-04-18T15:41:00Z</dcterms:modified>
</cp:coreProperties>
</file>